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6012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6400" b="1">
                <a:solidFill>
                  <a:srgbClr val="10B981"/>
                </a:solidFill>
                <a:latin typeface="Segoe UI"/>
              </a:defRPr>
            </a:pPr>
            <a:r>
              <a:t>JANSAARTHI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Goal-Oriented Administrative Compliance Platform</a:t>
            </a:r>
          </a:p>
          <a:p>
            <a:pPr>
              <a:spcBef>
                <a:spcPts val="2000"/>
              </a:spcBef>
              <a:defRPr sz="1800">
                <a:solidFill>
                  <a:srgbClr val="A1A1AA"/>
                </a:solidFill>
                <a:latin typeface="Segoe UI"/>
              </a:defRPr>
            </a:pPr>
            <a:r>
              <a:t>Hybrid Knowledge Base + LLM-Powered Topological DAG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1. Problem Statement: Compliance Labyrinth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Navigating Municipal &amp; Federal Certifications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Fragmented Regulation: Citizens must obtain 10+ certificates (FSSAI, GST, Trade, Shop Act, Fire NOC) across different local offices.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Hidden Topological Dependencies: Certain approvals depend strictly on others (e.g. FSSAI needs a Current Account, which needs a PAN Card). Submitting in the wrong sequence leads to expired timelines.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High Failure Rates: Up to 40% of small business applications face delays or stalls due to zoning violations or paper mismatches.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Cost of Non-Compliance</a:t>
            </a:r>
          </a:p>
          <a:p>
            <a:pPr>
              <a:spcBef>
                <a:spcPts val="15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Time Inflation: Average of 30-45 extra days wasted per setup.</a:t>
            </a:r>
          </a:p>
          <a:p>
            <a:pPr>
              <a:spcBef>
                <a:spcPts val="15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Resource Leakage: Financial overhead for agents, brokers, or correction fees.</a:t>
            </a:r>
          </a:p>
          <a:p>
            <a:pPr>
              <a:spcBef>
                <a:spcPts val="15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Zoning Stalls: Leasing property in locations legally prohibited from specific business categories (e.g. food units, chemical storage).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2. Solution Overview: Smart Administrative Planner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Pillar 01: Structured Knowledge Base</a:t>
            </a:r>
          </a:p>
          <a:p>
            <a:pPr>
              <a:spcBef>
                <a:spcPts val="5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High-Fidelity expert rules</a:t>
            </a:r>
          </a:p>
          <a:p>
            <a:pPr>
              <a:spcBef>
                <a:spcPts val="15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Built-in, verified templates mapped to specific domains (e.g., bakeries, pharmacies, salons) ensuring absolute accuracy of municipal licensing policies.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Pillar 02: LLM Semantic Planner</a:t>
            </a:r>
          </a:p>
          <a:p>
            <a:pPr>
              <a:spcBef>
                <a:spcPts val="5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Powered by Gemini Pro</a:t>
            </a:r>
          </a:p>
          <a:p>
            <a:pPr>
              <a:spcBef>
                <a:spcPts val="15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Dynamic step generator mapping any arbitrary user request (e.g. Aadhaar updates) into a structured compliance path in a single-roundtrip API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Pillar 03: Interactive Timeline DAG</a:t>
            </a:r>
          </a:p>
          <a:p>
            <a:pPr>
              <a:spcBef>
                <a:spcPts val="5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State-driven execution</a:t>
            </a:r>
          </a:p>
          <a:p>
            <a:pPr>
              <a:spcBef>
                <a:spcPts val="15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Milestones locked and unlocked dynamically. Checking off document requirements resolves parent nodes and propagates changes downstream.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3. Product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&amp; Vite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Tailwind CSS styling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Framer Motion animations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Dynamic state persistence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High legibility dark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Backend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Flask REST API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Modular blueprint architecture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DAG validation routing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SQLAlchemy ORM integration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Robust transaction logger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Database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Postgres / SQLite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Relational schemas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Journey tracking tables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Cascading step dependencies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Dynamic schema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AI Reasoning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Gemini Developer API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gemini-flash-latest model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Unified prompt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Structured JSON output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Instant fail-safe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4. Key Screenshots: Visual Interface</a:t>
            </a:r>
          </a:p>
        </p:txBody>
      </p:sp>
      <p:pic>
        <p:nvPicPr>
          <p:cNvPr id="4" name="Picture 3" descr="jansaarthi_dashboard_mockup_1784106343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Platform UI Highlights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Clean Dark Mode Dashboard: Maximizes visual structure and focus using carefully chosen, high-legibility standard Tailwind zinc shades.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Topological Milestones: Clear visual icons representing PENDING (yellow circle), LOCKED (lock pad), and COMPLETED (green check) nodes.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AI Chat Widget: Context-sensitive floating card rendered in a gorgeous matching emerald-tinted color 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5. UI/UX Prototype: Interactive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01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Submit Goal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User submits plain-language request (e.g. 'I want to renew Aadhaar').</a:t>
            </a:r>
          </a:p>
        </p:txBody>
      </p:sp>
      <p:sp>
        <p:nvSpPr>
          <p:cNvPr id="6" name="Can 5"/>
          <p:cNvSpPr/>
          <p:nvPr/>
        </p:nvSpPr>
        <p:spPr>
          <a:xfrm>
            <a:off x="3154680" y="3749040"/>
            <a:ext cx="274320" cy="548640"/>
          </a:xfrm>
          <a:prstGeom prst="can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02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Dynamic DAG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Vite loader handles transition. Platform prints live timeline graph.</a:t>
            </a:r>
          </a:p>
        </p:txBody>
      </p:sp>
      <p:sp>
        <p:nvSpPr>
          <p:cNvPr id="9" name="Can 8"/>
          <p:cNvSpPr/>
          <p:nvPr/>
        </p:nvSpPr>
        <p:spPr>
          <a:xfrm>
            <a:off x="5897880" y="3749040"/>
            <a:ext cx="274320" cy="548640"/>
          </a:xfrm>
          <a:prstGeom prst="can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03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Interactive Check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Checking requirements triggers database update to unlock next step.</a:t>
            </a:r>
          </a:p>
        </p:txBody>
      </p:sp>
      <p:sp>
        <p:nvSpPr>
          <p:cNvPr id="12" name="Can 11"/>
          <p:cNvSpPr/>
          <p:nvPr/>
        </p:nvSpPr>
        <p:spPr>
          <a:xfrm>
            <a:off x="8641080" y="3749040"/>
            <a:ext cx="274320" cy="548640"/>
          </a:xfrm>
          <a:prstGeom prst="can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04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Contextual AI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Chatbot reads active step to provide localized legal and fee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6. Team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663440" cy="235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Sautik Samui</a:t>
            </a:r>
          </a:p>
          <a:p>
            <a:pPr>
              <a:spcBef>
                <a:spcPts val="5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rPr dirty="0"/>
              <a:t>• Engineered the Flask REST backend API, implementing dynamic schema handling and fallback routes.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rPr dirty="0"/>
              <a:t>• Integrated Google Gemini Developer APIs, creating a single-roundtrip prompt structure for fast reasoning.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rPr dirty="0"/>
              <a:t>• Built the cascading DAG dependency resolver and database model schema updates.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66344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rPr lang="en-US" dirty="0">
                <a:solidFill>
                  <a:srgbClr val="00B050"/>
                </a:solidFill>
              </a:rPr>
              <a:t>Raj Aryan</a:t>
            </a:r>
            <a:endParaRPr dirty="0">
              <a:solidFill>
                <a:srgbClr val="00B050"/>
              </a:solidFill>
            </a:endParaRP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rPr dirty="0"/>
              <a:t>• Designed the high-fidelity dark-mode interface using Tailwind CSS and Framer Motion micro-animations.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rPr dirty="0"/>
              <a:t>• Implemented local session persistence and loading spinners to optimize the goal submit flow.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rPr dirty="0"/>
              <a:t>• Ensured responsive layouts and mobile timeline viewport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603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SAUTIK SAMUI</cp:lastModifiedBy>
  <cp:revision>2</cp:revision>
  <dcterms:created xsi:type="dcterms:W3CDTF">2013-01-27T09:14:16Z</dcterms:created>
  <dcterms:modified xsi:type="dcterms:W3CDTF">2026-07-15T09:11:20Z</dcterms:modified>
  <cp:category/>
</cp:coreProperties>
</file>